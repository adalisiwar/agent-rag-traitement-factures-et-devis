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725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60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D'ÉTÉ — DAZZLIFAI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RAG pour l'automatisation du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et de la digitalisation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factures et devis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suivi — Sprint 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48920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Siwar ADALI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3766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Étudiante en Génie Informatique — ENIS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métier &amp; objectif du stage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factures et devis reçus (PDF, scans, formats variés selon les fournisseurs) sont aujourd'hui traités et saisis manuellement dans les outils de facturation : c'est lent et source d'erreurs.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4069080"/>
            <a:ext cx="47548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STAGE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prototyper une solution hybride combinant extraction automatique de documents (IDP) et RAG pour extraire, valider, structurer et interroger l'historique des factures en langage naturel.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1993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des factures / devis (PDF, scans)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2194560"/>
            <a:ext cx="0" cy="32918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63640" y="25237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24780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(IDP)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27797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clés : fournisseur, montant, date, lignes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2980944"/>
            <a:ext cx="0" cy="32918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63640" y="3310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6364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264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3566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(ex : TTC = HT + TVA)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3767328"/>
            <a:ext cx="0" cy="32918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63640" y="4096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636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40507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&amp; indexation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43525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structurées + index vectoriel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0" y="4553712"/>
            <a:ext cx="0" cy="32918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48828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3640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48371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RAG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5138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en langage naturel sur l'historique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Démarche : décomposer avant de coder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cahier des charges a été décomposé en briques techniques </a:t>
            </a:r>
            <a:r>
              <a:rPr lang="en-US" sz="1350" dirty="0" err="1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</a:t>
            </a: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comparer les solutions fonction par fonction, plutôt que comme un bloc unique.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81304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+ AI Builder. Prototypage rapide, low-code, mais dépend fortement des licences et crédits disponibles.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51460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27889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3C4F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429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381304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préconstruits pour factures / documents. Simple à entraîner et publier, mais scores faibles sur </a:t>
            </a:r>
            <a:r>
              <a:rPr lang="en-US" sz="1150" dirty="0" err="1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51460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0" y="27889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6C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429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Document Intelligence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381304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</a:t>
            </a:r>
            <a:r>
              <a:rPr lang="en-US" sz="1150" dirty="0" err="1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</a:t>
            </a: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 sur l'OCR, le parsing, la validation, le stockage et l'indexation RAG.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comparaison : facilité de mise en place · coût · besoin de compte premium · qualité d'extraction · formats supportés · flexibilité RAG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#1 — Flux Power Automate + AI Builder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flux Power Automate a été construit pour parcourir un dossier de factures, récupérer chaque fichier et lancer un traitement automatique via AI Builder — simulant le comportement attendu en entreprise.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212080" cy="2651760"/>
          </a:xfrm>
          <a:prstGeom prst="roundRect">
            <a:avLst>
              <a:gd name="adj" fmla="val 2069"/>
            </a:avLst>
          </a:prstGeom>
          <a:solidFill>
            <a:srgbClr val="FDEEED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333756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3467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 rencontré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403 Forbidden : l'environnement ne dispose pas de crédit Copilot ni de crédit AI Builder. Le flux échoue sur l'étape « Traiter les factures » pour les 16 fichiers du dossier de test.</a:t>
            </a:r>
            <a:endParaRPr lang="en-US" sz="1250" dirty="0"/>
          </a:p>
        </p:txBody>
      </p:sp>
      <p:pic>
        <p:nvPicPr>
          <p:cNvPr id="10" name="Image 0" descr="AiBuilder_forbidd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54480"/>
            <a:ext cx="5486400" cy="33741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26480" y="4956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Échec du flux Power Automate — crédit AI Builder manquant (403)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#2 — Qualité des modèles AI Builder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modèles ont été entraînés dans AI Builder sur le jeu de documents disponible. Les scores d'exactitude obtenus restent faibles pour une automatisation fiable sans validation humaine.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359152"/>
            <a:ext cx="1463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331720" y="23957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Invoice_model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31720" y="2743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fournisseur, montant, adresse, lignes</a:t>
            </a:r>
            <a:endParaRPr lang="en-US" sz="1050" dirty="0"/>
          </a:p>
        </p:txBody>
      </p:sp>
      <p:pic>
        <p:nvPicPr>
          <p:cNvPr id="9" name="Image 0" descr="Facture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85" y="3429000"/>
            <a:ext cx="4350990" cy="2331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228600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92240" y="2359152"/>
            <a:ext cx="1463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046720" y="23957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Document_model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46720" y="2743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fournisseur, total, date, client, numéro</a:t>
            </a:r>
            <a:endParaRPr lang="en-US" sz="1050" dirty="0"/>
          </a:p>
        </p:txBody>
      </p:sp>
      <p:pic>
        <p:nvPicPr>
          <p:cNvPr id="14" name="Image 1" descr="Doc_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185" y="3429000"/>
            <a:ext cx="5409590" cy="23317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d'exactitude « très médiocre » sur les deux modèles → un jeu de données mieux préparé et plus représentatif est nécessaire.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#3 — Traitement documentaire générique</a:t>
            </a:r>
            <a:endParaRPr lang="en-US" sz="3000" dirty="0"/>
          </a:p>
        </p:txBody>
      </p:sp>
      <p:pic>
        <p:nvPicPr>
          <p:cNvPr id="4" name="Image 0" descr="Doc_Processor_forbidd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52600"/>
            <a:ext cx="5669280" cy="34564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25475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Échec du traitement documentaire dans Power Automate (Forbidden)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537960" y="1844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37960" y="210312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erreur 403 Forbidden que pour le modèle Invoice : capacité AI Builder / Copilot indisponible dans l'environnement.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Power Platform peut être simple à construire, mais impossible à exécuter sans les droits ou licences </a:t>
            </a:r>
            <a:r>
              <a:rPr lang="en-US" sz="1300" dirty="0" err="1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nécessaires</a:t>
            </a: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346960" y="714248"/>
            <a:ext cx="8087360" cy="497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</a:t>
            </a:r>
            <a:r>
              <a:rPr lang="en-US" sz="8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</a:t>
            </a: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attention</a:t>
            </a:r>
            <a:endParaRPr lang="en-US" sz="88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609</Words>
  <Application>Microsoft Office PowerPoint</Application>
  <PresentationFormat>Widescreen</PresentationFormat>
  <Paragraphs>85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Siwar ADALI</cp:lastModifiedBy>
  <cp:revision>4</cp:revision>
  <dcterms:created xsi:type="dcterms:W3CDTF">2026-07-17T16:19:46Z</dcterms:created>
  <dcterms:modified xsi:type="dcterms:W3CDTF">2026-07-18T08:57:43Z</dcterms:modified>
</cp:coreProperties>
</file>